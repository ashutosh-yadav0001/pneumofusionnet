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</a:rPr>
              <a:t>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PneumoFusionNet
Part 1: The Journey to Multimodal
Pneumonia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E5FF"/>
                </a:solidFill>
              </a:rPr>
              <a:t>Ashutosh Yadav  |  IIT Guwahati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BD5E0"/>
                </a:solidFill>
              </a:rPr>
              <a:t>A walkthrough of our research journey: from defining the core problem, testing public datasets,
securing real clinical data, to validating our pilot architecture.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The Problem: Ambiguity &amp; The Leakage Trap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572000" cy="36576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5FF"/>
                </a:solidFill>
              </a:rPr>
              <a:t>1. Visual Ambiguity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"The same cloudy patch in a lung can look like pneumonia, fluid buildup, or a collapsed lung section."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Doctors use clinical context to decide.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Image-only AI is forced to guess.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solidFill>
            <a:srgbClr val="5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67E22"/>
                </a:solidFill>
              </a:rPr>
              <a:t>2. Label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92608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Adding radiology reports helps, but the last section (IMPRESSION) contains the doctor's final written diagnosis.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If a model reads this, it simply memorises the answer instead of learning to diagnose.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The Inspiration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Research Inspiration: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</a:rPr>
              <a:t>S. Yu et al., "A multi-modal deep learning solution for precise pneumonia diagnosis: the PneumoFusion-Net model," Frontiers in Physiology, Sec. Computational Physiology and Medicine, vol. 16, Art. 1512835, 12 Mar. 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Our Goal: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Build a multimodal model inspired by this research, combining: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1. X-ray images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2. Clinical data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3. Radiological reports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While strictly avoiding label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Initial Experiments: Kaggle Chest X-Ray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5FF"/>
                </a:solidFill>
              </a:rPr>
              <a:t>Our Starting Point: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We built a pilot architecture (ResNet50 + DSC + GCSA) and tested it on the open-source Kaggle Chest X-Ray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10332720" cy="2286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Findings (v2_Enhanced_Image_Model_GCSA_DSC.ipynb):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</a:rPr>
              <a:t>Achieved 92% Accuracy.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The architecture was successfully validated. However, Kaggle is pre-cleaned and only contains images. To achieve our multimodal goal, we needed text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The Dataset Search &amp; The Issue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Testing Indiana University (IU) Dataset: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We tested the IU Dataset (v3-1-iu-dataset-multimodal) to check our multimodal pipeline on public 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10332720" cy="2560320"/>
          </a:xfrm>
          <a:prstGeom prst="rect">
            <a:avLst/>
          </a:prstGeom>
          <a:solidFill>
            <a:srgbClr val="5A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</a:rPr>
              <a:t>The Issue: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Public datasets are too clean or lack properly paired multimodal data.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To build a PERFECT multimodal model, we searched multiple datasets for one containing: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  1. X-Ray Images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  2. Clinical Data (Symptoms, History)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  3. Unstructured Radiological Reports (Findings)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Securing the MIMIC-CXR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572000" cy="36576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5FF"/>
                </a:solidFill>
              </a:rPr>
              <a:t>The Solution: MIMIC-CXR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We identified the MIMIC-CXR hospital dataset as the perfect match.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It contains all three modalities (images, clinical data, reports) from real hospital patients.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4572000" cy="36576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67E22"/>
                </a:solidFill>
              </a:rPr>
              <a:t>The Access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MIMIC-CXR is highly restricted.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To gain authorised access, we: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1. Completed CITI human subjects training.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2. Signed a Data Use Agreement (DUA) with PhysioNet.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The Pilot Test on MIMIC-CXR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Testing on a Small Subset: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Due to the massive size of the MIMIC dataset, we started with a small pilot dataset to verify our pipeline and anti-leakage filters.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10332720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The Results: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We achieved very good results during the pilot phase.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HOWEVER, because the dataset size was extremely small, the results were statistically unreliable.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To prove the model actually worked, we needed to scale 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The Scale-Up Failure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5FF"/>
                </a:solidFill>
              </a:rPr>
              <a:t>Testing the Pilot Architecture at Scale: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We upscaled the dataset to nearly 2,000 images and ran the exact same pilot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BD5E0"/>
                </a:solidFill>
              </a:rPr>
              <a:t>(Phase-1.1-pilot_arch_scaleUp_ResNet_DSC_GCSA.ipynb)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0332720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Result: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FAILED. (AUC dropped to 0.713, Accuracy 66%)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ImageNet-pretrained ResNet50 failed to learn the complex pathology of real clinical X-rays at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E5FF"/>
                </a:solidFill>
              </a:rPr>
              <a:t>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2286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</a:rPr>
              <a:t>Conclusion of Part 1: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1. We successfully built a multimodal, anti-leakage data pipeline.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2. We proved that public dataset results (Kaggle) do not translate to real clinical environments.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3. Our pilot architecture completely failed at clinical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10332720" cy="2011680"/>
          </a:xfrm>
          <a:prstGeom prst="rect">
            <a:avLst/>
          </a:prstGeom>
          <a:solidFill>
            <a:srgbClr val="1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CC71"/>
                </a:solidFill>
              </a:rPr>
              <a:t>What's Next (The Solution for Part 2):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We must discard the pilot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To solve the scale-up failure, we have started working on a completely different model architecture using DenseNet (which has domain-specific X-ray pretraining) for the final multimodal fusion.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